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1148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Arial"/>
              </a:rPr>
              <a:t>Zero Day Librarian on Amazon Bedrock AgentCore + CockroachDB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Four Bedrock AgentCore agents (ingest, governance, supervisor, remediation) ingest CVE intelligence, evaluate policy, recall prior incidents via CockroachDB's distributed vector index, and apply governance-approved remediations. A Next.js dashboard behind CloudFront reads the same CockroachDB Cloud system of record.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2072579" cy="5349240"/>
          </a:xfrm>
          <a:prstGeom prst="roundRect">
            <a:avLst/>
          </a:prstGeom>
          <a:noFill/>
          <a:ln w="15875">
            <a:solidFill>
              <a:srgbClr val="5A6B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20725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A6B86"/>
                </a:solidFill>
                <a:latin typeface="Arial"/>
              </a:rPr>
              <a:t>Analysts &amp; Feeds</a:t>
            </a:r>
          </a:p>
        </p:txBody>
      </p:sp>
      <p:pic>
        <p:nvPicPr>
          <p:cNvPr id="6" name="Picture 5" descr="user-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29" y="205740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9089" y="265176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Security / SOC Analyst</a:t>
            </a:r>
          </a:p>
        </p:txBody>
      </p:sp>
      <p:pic>
        <p:nvPicPr>
          <p:cNvPr id="8" name="Picture 7" descr="external-ser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29" y="310896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9089" y="37033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NVD / Advisory CVE Feeds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9819" y="1965960"/>
            <a:ext cx="2072579" cy="4983480"/>
          </a:xfrm>
          <a:prstGeom prst="roundRect">
            <a:avLst/>
          </a:prstGeom>
          <a:noFill/>
          <a:ln w="15875">
            <a:solidFill>
              <a:srgbClr val="5A6B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9819" y="2011680"/>
            <a:ext cx="20725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A6B86"/>
                </a:solidFill>
                <a:latin typeface="Arial"/>
              </a:rPr>
              <a:t>Bedrock AgentCore</a:t>
            </a:r>
          </a:p>
        </p:txBody>
      </p:sp>
      <p:pic>
        <p:nvPicPr>
          <p:cNvPr id="12" name="Picture 11" descr="bedr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788" y="242316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63148" y="3017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AgentCore Runtime
4 agents</a:t>
            </a:r>
          </a:p>
        </p:txBody>
      </p:sp>
      <p:pic>
        <p:nvPicPr>
          <p:cNvPr id="14" name="Picture 13" descr="bedr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788" y="347472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63148" y="4069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AgentCore Gateway + Memory</a:t>
            </a:r>
          </a:p>
        </p:txBody>
      </p:sp>
      <p:pic>
        <p:nvPicPr>
          <p:cNvPr id="16" name="Picture 15" descr="bedr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788" y="452628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63148" y="51206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Foundation Models (Bedrock Mantle)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9558" y="1965960"/>
            <a:ext cx="2072579" cy="4983480"/>
          </a:xfrm>
          <a:prstGeom prst="roundRect">
            <a:avLst/>
          </a:prstGeom>
          <a:noFill/>
          <a:ln w="15875">
            <a:solidFill>
              <a:srgbClr val="5A6B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9558" y="2011680"/>
            <a:ext cx="20725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A6B86"/>
                </a:solidFill>
                <a:latin typeface="Arial"/>
              </a:rPr>
              <a:t>Tool Compute</a:t>
            </a:r>
          </a:p>
        </p:txBody>
      </p:sp>
      <p:pic>
        <p:nvPicPr>
          <p:cNvPr id="20" name="Picture 19" descr="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7" y="242316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72887" y="3017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zdl-tools-handler
6 tool contracts</a:t>
            </a:r>
          </a:p>
        </p:txBody>
      </p:sp>
      <p:pic>
        <p:nvPicPr>
          <p:cNvPr id="22" name="Picture 21" descr="secrets-manag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527" y="3474720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72887" y="4069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AWS Secrets Manager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297" y="1965960"/>
            <a:ext cx="2072579" cy="4983480"/>
          </a:xfrm>
          <a:prstGeom prst="roundRect">
            <a:avLst/>
          </a:prstGeom>
          <a:noFill/>
          <a:ln w="15875">
            <a:solidFill>
              <a:srgbClr val="5A6B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297" y="2011680"/>
            <a:ext cx="20725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A6B86"/>
                </a:solidFill>
                <a:latin typeface="Arial"/>
              </a:rPr>
              <a:t>Dashboard Delivery</a:t>
            </a:r>
          </a:p>
        </p:txBody>
      </p:sp>
      <p:pic>
        <p:nvPicPr>
          <p:cNvPr id="26" name="Picture 25" descr="cloudfro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266" y="2423160"/>
            <a:ext cx="548640" cy="548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82626" y="3017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Amazon CloudFront</a:t>
            </a:r>
          </a:p>
        </p:txBody>
      </p:sp>
      <p:pic>
        <p:nvPicPr>
          <p:cNvPr id="28" name="Picture 27" descr="s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1266" y="347472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82626" y="4069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Amazon S3 (static export)</a:t>
            </a:r>
          </a:p>
        </p:txBody>
      </p:sp>
      <p:pic>
        <p:nvPicPr>
          <p:cNvPr id="30" name="Picture 29" descr="api-gatew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1266" y="4526280"/>
            <a:ext cx="548640" cy="5486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82626" y="51206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Amazon API Gateway</a:t>
            </a:r>
          </a:p>
        </p:txBody>
      </p:sp>
      <p:pic>
        <p:nvPicPr>
          <p:cNvPr id="32" name="Picture 31" descr="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266" y="5577840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82626" y="617220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API handler (FastAPI)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49819" y="1600200"/>
            <a:ext cx="6492057" cy="5349240"/>
          </a:xfrm>
          <a:prstGeom prst="roundRect">
            <a:avLst/>
          </a:prstGeom>
          <a:noFill/>
          <a:ln w="19050">
            <a:solidFill>
              <a:srgbClr val="5A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oup-aws-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9547" y="1673352"/>
            <a:ext cx="219456" cy="21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215579" y="1655064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6"/>
                </a:solidFill>
                <a:latin typeface="Arial"/>
              </a:rPr>
              <a:t>AWS Cloud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3356" y="1600200"/>
            <a:ext cx="2072579" cy="5349240"/>
          </a:xfrm>
          <a:prstGeom prst="roundRect">
            <a:avLst/>
          </a:prstGeom>
          <a:noFill/>
          <a:ln w="15875">
            <a:solidFill>
              <a:srgbClr val="5A6B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3356" y="1645920"/>
            <a:ext cx="20725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5A6B86"/>
                </a:solidFill>
                <a:latin typeface="Arial"/>
              </a:rPr>
              <a:t>CockroachDB Cloud</a:t>
            </a:r>
          </a:p>
        </p:txBody>
      </p:sp>
      <p:pic>
        <p:nvPicPr>
          <p:cNvPr id="39" name="Picture 38" descr="generic-datab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325" y="2057400"/>
            <a:ext cx="548640" cy="5486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66685" y="265176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CockroachDB Cloud (zdl_db)
Distributed vector index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2225009" y="2679192"/>
            <a:ext cx="838139" cy="68580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2506918" y="2500884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709068" y="2679192"/>
            <a:ext cx="563819" cy="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853817" y="2157984"/>
            <a:ext cx="274320" cy="2743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6918807" y="2313432"/>
            <a:ext cx="3047878" cy="36576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25009" y="2313432"/>
            <a:ext cx="5257617" cy="36576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305586" y="2971800"/>
            <a:ext cx="2484059" cy="2606040"/>
          </a:xfrm>
          <a:prstGeom prst="line">
            <a:avLst/>
          </a:prstGeom>
          <a:ln w="15875">
            <a:solidFill>
              <a:srgbClr val="1919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